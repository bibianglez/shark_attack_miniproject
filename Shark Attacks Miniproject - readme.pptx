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Open Sans Light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OpenSansLight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schemas.openxmlformats.org/officeDocument/2006/relationships/font" Target="fonts/OpenSansLight-bold.fntdata"/><Relationship Id="rId18" Type="http://schemas.openxmlformats.org/officeDocument/2006/relationships/font" Target="fonts/Open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13364" y="2251769"/>
            <a:ext cx="71652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MINIPROJECT: DATA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13364" y="2566094"/>
            <a:ext cx="716527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SHARK ATTACKS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GLOBAL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83966" y="4097535"/>
            <a:ext cx="682406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Finding safe harbor through predictive modeling and trend analysis.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43150"/>
            <a:ext cx="519112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43150"/>
            <a:ext cx="519112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52500" y="571500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571500"/>
            <a:ext cx="762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52525" y="3448050"/>
            <a:ext cx="46305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THE MISSION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52525" y="3867150"/>
            <a:ext cx="4410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Analyze available global shark encounter data to identify high-risk locations and behaviors, ensuring safer tourism and aquatic sports worldwide.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3448050"/>
            <a:ext cx="46305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LIFE &amp; SAFETY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3867150"/>
            <a:ext cx="4410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By determining statistically dangerous activities, we provide the tools to prevent life-threatening experiences and enhance beach safety.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7527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7527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40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52500" y="571500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INFORMATION GAP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62000" y="571500"/>
            <a:ext cx="762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266223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RELIABILITY VS. PERCEPTION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28813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 a hyper-connected market, personal anecdotes often outweigh reliable data, damaging the reputation of coastal destinations.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393858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This project bridges that gap, replacing unpredictable fear with actionable, data-driven intelligence for travelers and sports companies.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24050"/>
            <a:ext cx="50482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52500" y="1971675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STRATEGIC GROWTH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2000" y="1971675"/>
            <a:ext cx="762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62000" y="277177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Analyzing historical trends and cleaning data anomalies allows us to unlock hidden patterns that improve destination decision-making.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382905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 Outcome: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Safely introducing customers to the most secure environments for their favorite aquatic activities.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952500" y="571500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CORE PROBLEM STATEMENTS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762000" y="571500"/>
            <a:ext cx="762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190625" y="2819400"/>
            <a:ext cx="10239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Human Behavior: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Quantifying the impact of human activity on encounter frequency.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190625" y="3362325"/>
            <a:ext cx="10239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Provocation: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Analyzing the likelihood of provoked vs. unprovoked incidents.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190625" y="3905250"/>
            <a:ext cx="10239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Activity Risk: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Identifying which water sports are most frequently impacted.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190625" y="4448175"/>
            <a:ext cx="10239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Fatality Relevance: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Assessing the percentage of fatal outcomes against total sightings.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575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004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433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48627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952500" y="571500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DATA CLEANING PIPELINE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762000" y="571500"/>
            <a:ext cx="762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62000" y="366236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703328" y="3948112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PROFILING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4271962"/>
            <a:ext cx="234687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Assessment of df.info() and descriptive statistics.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477037" y="3948112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IMPUTATION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535709" y="4271962"/>
            <a:ext cx="234687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Handling missing values and dropping duplicates.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250747" y="3948112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CLEANING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09419" y="4271962"/>
            <a:ext cx="23468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Stripping strings and removing whitespace anomalies.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024457" y="3948112"/>
            <a:ext cx="24642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CONVERSION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083129" y="4271962"/>
            <a:ext cx="23468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Casting objects to explicit datetime and numeric formats.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1821147" y="35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594833" y="35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368504" y="35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0142164" y="3567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90750"/>
            <a:ext cx="33654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190750"/>
            <a:ext cx="33654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90750"/>
            <a:ext cx="33654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952500" y="571500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METHODOLOGY: FUNCTIONAL DESIGN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762000" y="571500"/>
            <a:ext cx="762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152525" y="3295650"/>
            <a:ext cx="27136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52525" y="3714750"/>
            <a:ext cx="258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Individual functions defined for every cleaning step, ensuring code reusability and clarity.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803725" y="3295650"/>
            <a:ext cx="27136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803725" y="3714750"/>
            <a:ext cx="2584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central 'main' function orchestrates sub-functions to clean entire datasets in a single execution.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454925" y="3295650"/>
            <a:ext cx="27136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STATIC ANALYSIS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454925" y="3714750"/>
            <a:ext cx="2584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Returned dataframes fuel static visualization functions for immediate statistical insight.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3725" y="26003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881348" y="2177504"/>
            <a:ext cx="4429303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986807" y="3038475"/>
            <a:ext cx="4218384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Transforming raw data into coastal safety.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986807" y="3785145"/>
            <a:ext cx="421838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Safe Tourism &amp; Sports Goal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3986807" y="4232820"/>
            <a:ext cx="42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